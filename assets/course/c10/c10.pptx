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4" Type="http://schemas.openxmlformats.org/officeDocument/2006/relationships/viewProps" Target="viewProps.xml" /><Relationship Id="rId3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6" Type="http://schemas.openxmlformats.org/officeDocument/2006/relationships/tableStyles" Target="tableStyles.xml" /><Relationship Id="rId3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HTTP(S), REST si WebSockets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Nivel aplicatie – comportament, performanta, corectitudine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Studentii au parcurs deja un curs de tehnologii web: - React + Redux (SPA) - Backend REST cu persistenta ORM - Utilizare practica HTTP, REST, JSON</a:t>
            </a:r>
          </a:p>
          <a:p>
            <a:pPr lvl="0" indent="0" marL="0">
              <a:buNone/>
            </a:pPr>
            <a:r>
              <a:rPr/>
              <a:t>Acest curs: - NU reia “cum construim un API” - SE concentreaza pe ce se intampla efectiv in protocol - Pune accent pe diagnosticare, interoperabilitate si performanta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Obiective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 finalul cursului, studentul poate: - Explica comportamentul real al HTTP pe o conexiune TCP - Intelege impactul headerelor asupra comportamentului clientului - Diferentia erori semantice HTTP apropiate (401 vs 403, 404 vs 405, etc.) - Explica de ce unele cereri functioneaza in Postman dar nu in browser - Intelege mecanismele de caching, negociere si compresie - Intelege WebSocket ca extensie protocolara, nu “API JavaScript” - Plasa REST, WebSocket si HTTPS corect in arhitectura Internet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Unde se afla HTTP in arhitectura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HTTP ruleaza peste TCP (sau QUIC)</a:t>
            </a:r>
          </a:p>
          <a:p>
            <a:pPr lvl="0"/>
            <a:r>
              <a:rPr/>
              <a:t>Se bazeaza pe:</a:t>
            </a:r>
          </a:p>
          <a:p>
            <a:pPr lvl="1"/>
            <a:r>
              <a:rPr/>
              <a:t>conexiuni</a:t>
            </a:r>
          </a:p>
          <a:p>
            <a:pPr lvl="1"/>
            <a:r>
              <a:rPr/>
              <a:t>latenta</a:t>
            </a:r>
          </a:p>
          <a:p>
            <a:pPr lvl="1"/>
            <a:r>
              <a:rPr/>
              <a:t>retransmisii</a:t>
            </a:r>
          </a:p>
          <a:p>
            <a:pPr lvl="0"/>
            <a:r>
              <a:rPr/>
              <a:t>Majoritatea problemelor web sunt probleme de protocol, nu de framework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HTTP: recap extrem de scurt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Protocol de nivel aplicatie</a:t>
            </a:r>
          </a:p>
          <a:p>
            <a:pPr lvl="0"/>
            <a:r>
              <a:rPr/>
              <a:t>Model cerere–raspuns</a:t>
            </a:r>
          </a:p>
          <a:p>
            <a:pPr lvl="0"/>
            <a:r>
              <a:rPr/>
              <a:t>Initiere exclusiv de catre client</a:t>
            </a:r>
          </a:p>
          <a:p>
            <a:pPr lvl="0"/>
            <a:r>
              <a:rPr/>
              <a:t>Headere text + body arbitrar</a:t>
            </a:r>
          </a:p>
          <a:p>
            <a:pPr lvl="0"/>
            <a:r>
              <a:rPr/>
              <a:t>Fara stare implicita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HTTP nu este “stateless” in practica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Protocolul este stateless</a:t>
            </a:r>
          </a:p>
          <a:p>
            <a:pPr lvl="0"/>
            <a:r>
              <a:rPr/>
              <a:t>Aplicatiile nu sunt</a:t>
            </a:r>
          </a:p>
          <a:p>
            <a:pPr lvl="0"/>
            <a:r>
              <a:rPr/>
              <a:t>Starea este mutata:</a:t>
            </a:r>
          </a:p>
          <a:p>
            <a:pPr lvl="1"/>
            <a:r>
              <a:rPr/>
              <a:t>in cookie-uri</a:t>
            </a:r>
          </a:p>
          <a:p>
            <a:pPr lvl="1"/>
            <a:r>
              <a:rPr/>
              <a:t>in token-uri</a:t>
            </a:r>
          </a:p>
          <a:p>
            <a:pPr lvl="1"/>
            <a:r>
              <a:rPr/>
              <a:t>in URL-uri</a:t>
            </a:r>
          </a:p>
          <a:p>
            <a:pPr lvl="1"/>
            <a:r>
              <a:rPr/>
              <a:t>in server-side session stores</a:t>
            </a:r>
          </a:p>
          <a:p>
            <a:pPr lvl="0"/>
            <a:r>
              <a:rPr/>
              <a:t>Legatura directa cu conceptele de nivel sesiune (L5)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Conexiunea HTTP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HTTP/1.1 foloseste conexiuni persistente (Keep-Alive)</a:t>
            </a:r>
          </a:p>
          <a:p>
            <a:pPr lvl="0"/>
            <a:r>
              <a:rPr/>
              <a:t>Mai multe cereri pot fi trimise pe aceeasi conexiune TCP</a:t>
            </a:r>
          </a:p>
          <a:p>
            <a:pPr lvl="0"/>
            <a:r>
              <a:rPr/>
              <a:t>Ordinea raspunsurilor conteaza (head-of-line blocking)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Costul real al unei cereri HTTP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Nu bandwidth-ul este problema principala</a:t>
            </a:r>
          </a:p>
          <a:p>
            <a:pPr lvl="0"/>
            <a:r>
              <a:rPr/>
              <a:t>Ci:</a:t>
            </a:r>
          </a:p>
          <a:p>
            <a:pPr lvl="1"/>
            <a:r>
              <a:rPr/>
              <a:t>latenta</a:t>
            </a:r>
          </a:p>
          <a:p>
            <a:pPr lvl="1"/>
            <a:r>
              <a:rPr/>
              <a:t>handshake TCP</a:t>
            </a:r>
          </a:p>
          <a:p>
            <a:pPr lvl="1"/>
            <a:r>
              <a:rPr/>
              <a:t>handshake TLS</a:t>
            </a:r>
          </a:p>
          <a:p>
            <a:pPr lvl="1"/>
            <a:r>
              <a:rPr/>
              <a:t>round-trip-uri multiple</a:t>
            </a:r>
          </a:p>
          <a:p>
            <a:pPr lvl="0"/>
            <a:r>
              <a:rPr/>
              <a:t>Motivatie pentru HTTP/2 si HTTP/3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Structura unei cereri HTTP (relevanta reala)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Request line: metoda + path</a:t>
            </a:r>
          </a:p>
          <a:p>
            <a:pPr lvl="0"/>
            <a:r>
              <a:rPr/>
              <a:t>Headere:</a:t>
            </a:r>
          </a:p>
          <a:p>
            <a:pPr lvl="1"/>
            <a:r>
              <a:rPr/>
              <a:t>controleaza comportamentul serverului</a:t>
            </a:r>
          </a:p>
          <a:p>
            <a:pPr lvl="1"/>
            <a:r>
              <a:rPr/>
              <a:t>controleaza comportamentul browserului</a:t>
            </a:r>
          </a:p>
          <a:p>
            <a:pPr lvl="0"/>
            <a:r>
              <a:rPr/>
              <a:t>Body:</a:t>
            </a:r>
          </a:p>
          <a:p>
            <a:pPr lvl="1"/>
            <a:r>
              <a:rPr/>
              <a:t>optional</a:t>
            </a:r>
          </a:p>
          <a:p>
            <a:pPr lvl="1"/>
            <a:r>
              <a:rPr/>
              <a:t>interpretat exclusiv prin Content-Type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Metode HTTP: semantica, nu conventie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GET:</a:t>
            </a:r>
          </a:p>
          <a:p>
            <a:pPr lvl="1"/>
            <a:r>
              <a:rPr/>
              <a:t>sigur</a:t>
            </a:r>
          </a:p>
          <a:p>
            <a:pPr lvl="1"/>
            <a:r>
              <a:rPr/>
              <a:t>idempotent</a:t>
            </a:r>
          </a:p>
          <a:p>
            <a:pPr lvl="1"/>
            <a:r>
              <a:rPr/>
              <a:t>cacheable</a:t>
            </a:r>
          </a:p>
          <a:p>
            <a:pPr lvl="0"/>
            <a:r>
              <a:rPr/>
              <a:t>PUT:</a:t>
            </a:r>
          </a:p>
          <a:p>
            <a:pPr lvl="1"/>
            <a:r>
              <a:rPr/>
              <a:t>idempotent</a:t>
            </a:r>
          </a:p>
          <a:p>
            <a:pPr lvl="1"/>
            <a:r>
              <a:rPr/>
              <a:t>inlocuire completa</a:t>
            </a:r>
          </a:p>
          <a:p>
            <a:pPr lvl="0"/>
            <a:r>
              <a:rPr/>
              <a:t>DELETE:</a:t>
            </a:r>
          </a:p>
          <a:p>
            <a:pPr lvl="1"/>
            <a:r>
              <a:rPr/>
              <a:t>idempotent (efect final)</a:t>
            </a:r>
          </a:p>
          <a:p>
            <a:pPr lvl="0"/>
            <a:r>
              <a:rPr/>
              <a:t>POST:</a:t>
            </a:r>
          </a:p>
          <a:p>
            <a:pPr lvl="1"/>
            <a:r>
              <a:rPr/>
              <a:t>nici sigur</a:t>
            </a:r>
          </a:p>
          <a:p>
            <a:pPr lvl="1"/>
            <a:r>
              <a:rPr/>
              <a:t>nici idempotent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 ce conteaza idempotenta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Retrieri automate (proxy, client, load balancer)</a:t>
            </a:r>
          </a:p>
          <a:p>
            <a:pPr lvl="0"/>
            <a:r>
              <a:rPr/>
              <a:t>Timeout-uri</a:t>
            </a:r>
          </a:p>
          <a:p>
            <a:pPr lvl="0"/>
            <a:r>
              <a:rPr/>
              <a:t>Repetarea cererilor</a:t>
            </a:r>
          </a:p>
          <a:p>
            <a:pPr lvl="0"/>
            <a:r>
              <a:rPr/>
              <a:t>Legatura directa cu fiabilitatea (nivel transport)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Coduri de status: semantica fina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401 Unauthorized:</a:t>
            </a:r>
          </a:p>
          <a:p>
            <a:pPr lvl="1"/>
            <a:r>
              <a:rPr/>
              <a:t>lipsa autentificare</a:t>
            </a:r>
          </a:p>
          <a:p>
            <a:pPr lvl="0"/>
            <a:r>
              <a:rPr/>
              <a:t>403 Forbidden:</a:t>
            </a:r>
          </a:p>
          <a:p>
            <a:pPr lvl="1"/>
            <a:r>
              <a:rPr/>
              <a:t>autentificare ok, acces interzis</a:t>
            </a:r>
          </a:p>
          <a:p>
            <a:pPr lvl="0"/>
            <a:r>
              <a:rPr/>
              <a:t>404 Not Found:</a:t>
            </a:r>
          </a:p>
          <a:p>
            <a:pPr lvl="1"/>
            <a:r>
              <a:rPr/>
              <a:t>resursa inexistenta</a:t>
            </a:r>
          </a:p>
          <a:p>
            <a:pPr lvl="0"/>
            <a:r>
              <a:rPr/>
              <a:t>405 Method Not Allowed:</a:t>
            </a:r>
          </a:p>
          <a:p>
            <a:pPr lvl="1"/>
            <a:r>
              <a:rPr/>
              <a:t>resursa exista, metoda nu</a:t>
            </a:r>
          </a:p>
          <a:p>
            <a:pPr lvl="0"/>
            <a:r>
              <a:rPr/>
              <a:t>415 Unsupported Media Type:</a:t>
            </a:r>
          </a:p>
          <a:p>
            <a:pPr lvl="1"/>
            <a:r>
              <a:rPr/>
              <a:t>Content-Type incorect</a:t>
            </a:r>
          </a:p>
          <a:p>
            <a:pPr lvl="0"/>
            <a:r>
              <a:rPr/>
              <a:t>422 Unprocessable Entity:</a:t>
            </a:r>
          </a:p>
          <a:p>
            <a:pPr lvl="1"/>
            <a:r>
              <a:rPr/>
              <a:t>continut valid, semantica invalida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Content-Type vs Accept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Content-Type:</a:t>
            </a:r>
          </a:p>
          <a:p>
            <a:pPr lvl="1"/>
            <a:r>
              <a:rPr/>
              <a:t>ce trimit</a:t>
            </a:r>
          </a:p>
          <a:p>
            <a:pPr lvl="0"/>
            <a:r>
              <a:rPr/>
              <a:t>Accept:</a:t>
            </a:r>
          </a:p>
          <a:p>
            <a:pPr lvl="1"/>
            <a:r>
              <a:rPr/>
              <a:t>ce pot primi</a:t>
            </a:r>
          </a:p>
          <a:p>
            <a:pPr lvl="0"/>
            <a:r>
              <a:rPr/>
              <a:t>Negocierea este bidirectionala</a:t>
            </a:r>
          </a:p>
          <a:p>
            <a:pPr lvl="0"/>
            <a:r>
              <a:rPr/>
              <a:t>Multe bug-uri apar din nepotrivirea lor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Compresie HTTP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Clientul cere: Accept-Encoding</a:t>
            </a:r>
          </a:p>
          <a:p>
            <a:pPr lvl="0"/>
            <a:r>
              <a:rPr/>
              <a:t>Serverul raspunde: Content-Encoding</a:t>
            </a:r>
          </a:p>
          <a:p>
            <a:pPr lvl="0"/>
            <a:r>
              <a:rPr/>
              <a:t>gzip / br reduc traficul, dar:</a:t>
            </a:r>
          </a:p>
          <a:p>
            <a:pPr lvl="1"/>
            <a:r>
              <a:rPr/>
              <a:t>cresc costul CPU</a:t>
            </a:r>
          </a:p>
          <a:p>
            <a:pPr lvl="0"/>
            <a:r>
              <a:rPr/>
              <a:t>Transparent pentru aplicatie, critic pentru performanta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Cache HTTP: mecanism, nu magie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Cache-Control, Expires</a:t>
            </a:r>
          </a:p>
          <a:p>
            <a:pPr lvl="0"/>
            <a:r>
              <a:rPr/>
              <a:t>Last-Modified / If-Modified-Since</a:t>
            </a:r>
          </a:p>
          <a:p>
            <a:pPr lvl="0"/>
            <a:r>
              <a:rPr/>
              <a:t>304 Not Modified:</a:t>
            </a:r>
          </a:p>
          <a:p>
            <a:pPr lvl="1"/>
            <a:r>
              <a:rPr/>
              <a:t>raspuns fara body</a:t>
            </a:r>
          </a:p>
          <a:p>
            <a:pPr lvl="1"/>
            <a:r>
              <a:rPr/>
              <a:t>reduce drastic traficul</a:t>
            </a:r>
          </a:p>
          <a:p>
            <a:pPr lvl="0"/>
            <a:r>
              <a:rPr/>
              <a:t>Cache-ul este distribuit (browser, proxy, CDN)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Cookie-uri: mecanism aplicatie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Transmise prin headere HTTP</a:t>
            </a:r>
          </a:p>
          <a:p>
            <a:pPr lvl="0"/>
            <a:r>
              <a:rPr/>
              <a:t>Rezolva:</a:t>
            </a:r>
          </a:p>
          <a:p>
            <a:pPr lvl="1"/>
            <a:r>
              <a:rPr/>
              <a:t>identificarea sesiunii</a:t>
            </a:r>
          </a:p>
          <a:p>
            <a:pPr lvl="1"/>
            <a:r>
              <a:rPr/>
              <a:t>preferinte</a:t>
            </a:r>
          </a:p>
          <a:p>
            <a:pPr lvl="0"/>
            <a:r>
              <a:rPr/>
              <a:t>Flag-uri critice:</a:t>
            </a:r>
          </a:p>
          <a:p>
            <a:pPr lvl="1"/>
            <a:r>
              <a:rPr/>
              <a:t>Secure</a:t>
            </a:r>
          </a:p>
          <a:p>
            <a:pPr lvl="1"/>
            <a:r>
              <a:rPr/>
              <a:t>HttpOnly</a:t>
            </a:r>
          </a:p>
          <a:p>
            <a:pPr lvl="1"/>
            <a:r>
              <a:rPr/>
              <a:t>SameSite</a:t>
            </a:r>
          </a:p>
          <a:p>
            <a:pPr lvl="0"/>
            <a:r>
              <a:rPr/>
              <a:t>Implicatii directe de securitate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CORS: model de securitate al browserului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Nu este o limitare a HTTP</a:t>
            </a:r>
          </a:p>
          <a:p>
            <a:pPr lvl="0"/>
            <a:r>
              <a:rPr/>
              <a:t>Este o politica de securitate a browserului</a:t>
            </a:r>
          </a:p>
          <a:p>
            <a:pPr lvl="0"/>
            <a:r>
              <a:rPr/>
              <a:t>Preflight:</a:t>
            </a:r>
          </a:p>
          <a:p>
            <a:pPr lvl="1"/>
            <a:r>
              <a:rPr/>
              <a:t>cerere OPTIONS automata</a:t>
            </a:r>
          </a:p>
          <a:p>
            <a:pPr lvl="1"/>
            <a:r>
              <a:rPr/>
              <a:t>declansata de metode sau headere “non-simple”</a:t>
            </a:r>
          </a:p>
          <a:p>
            <a:pPr lvl="0"/>
            <a:r>
              <a:rPr/>
              <a:t>Motivul clasic: “merge in Postman, nu in browser”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HTTP/1.1: limitarile clasice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Head-of-line blocking</a:t>
            </a:r>
          </a:p>
          <a:p>
            <a:pPr lvl="0"/>
            <a:r>
              <a:rPr/>
              <a:t>Headere repetate</a:t>
            </a:r>
          </a:p>
          <a:p>
            <a:pPr lvl="0"/>
            <a:r>
              <a:rPr/>
              <a:t>Multe cereri serializate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HTTP/2: ce se schimba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Multiplexare pe aceeasi conexiune</a:t>
            </a:r>
          </a:p>
          <a:p>
            <a:pPr lvl="0"/>
            <a:r>
              <a:rPr/>
              <a:t>Compresie headere</a:t>
            </a:r>
          </a:p>
          <a:p>
            <a:pPr lvl="0"/>
            <a:r>
              <a:rPr/>
              <a:t>Prioritizare stream-uri</a:t>
            </a:r>
          </a:p>
          <a:p>
            <a:pPr lvl="0"/>
            <a:r>
              <a:rPr/>
              <a:t>Fara schimbare semantica HTTP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WebSocket: cand HTTP nu mai e suficient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HTTP este initiat de client</a:t>
            </a:r>
          </a:p>
          <a:p>
            <a:pPr lvl="0"/>
            <a:r>
              <a:rPr/>
              <a:t>Serverul nu poate “impinge” date</a:t>
            </a:r>
          </a:p>
          <a:p>
            <a:pPr lvl="0"/>
            <a:r>
              <a:rPr/>
              <a:t>WebSocket rezolva:</a:t>
            </a:r>
          </a:p>
          <a:p>
            <a:pPr lvl="1"/>
            <a:r>
              <a:rPr/>
              <a:t>bidirectionalitate</a:t>
            </a:r>
          </a:p>
          <a:p>
            <a:pPr lvl="1"/>
            <a:r>
              <a:rPr/>
              <a:t>conexiuni lungi</a:t>
            </a:r>
          </a:p>
          <a:p>
            <a:pPr lvl="1"/>
            <a:r>
              <a:rPr/>
              <a:t>notificari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Handshake WebSocket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Porneste ca cerere HTTP</a:t>
            </a:r>
          </a:p>
          <a:p>
            <a:pPr lvl="0"/>
            <a:r>
              <a:rPr/>
              <a:t>Upgrade de protocol</a:t>
            </a:r>
          </a:p>
          <a:p>
            <a:pPr lvl="0"/>
            <a:r>
              <a:rPr/>
              <a:t>Dupa handshake:</a:t>
            </a:r>
          </a:p>
          <a:p>
            <a:pPr lvl="1"/>
            <a:r>
              <a:rPr/>
              <a:t>nu mai este HTTP</a:t>
            </a:r>
          </a:p>
          <a:p>
            <a:pPr lvl="1"/>
            <a:r>
              <a:rPr/>
              <a:t>este protocol de tip frame peste TCP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WebSocket vs HTTP polling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Polling:</a:t>
            </a:r>
          </a:p>
          <a:p>
            <a:pPr lvl="1"/>
            <a:r>
              <a:rPr/>
              <a:t>multe cereri goale</a:t>
            </a:r>
          </a:p>
          <a:p>
            <a:pPr lvl="1"/>
            <a:r>
              <a:rPr/>
              <a:t>latenta</a:t>
            </a:r>
          </a:p>
          <a:p>
            <a:pPr lvl="0"/>
            <a:r>
              <a:rPr/>
              <a:t>WebSocket:</a:t>
            </a:r>
          </a:p>
          <a:p>
            <a:pPr lvl="1"/>
            <a:r>
              <a:rPr/>
              <a:t>notificari reale</a:t>
            </a:r>
          </a:p>
          <a:p>
            <a:pPr lvl="1"/>
            <a:r>
              <a:rPr/>
              <a:t>eficienta</a:t>
            </a:r>
          </a:p>
          <a:p>
            <a:pPr lvl="0"/>
            <a:r>
              <a:rPr/>
              <a:t>Trade-off: mentinerea conexiunii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HTTPS: recap conceptual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HTTP peste TLS</a:t>
            </a:r>
          </a:p>
          <a:p>
            <a:pPr lvl="0"/>
            <a:r>
              <a:rPr/>
              <a:t>Asigura:</a:t>
            </a:r>
          </a:p>
          <a:p>
            <a:pPr lvl="1"/>
            <a:r>
              <a:rPr/>
              <a:t>confidentialitate</a:t>
            </a:r>
          </a:p>
          <a:p>
            <a:pPr lvl="1"/>
            <a:r>
              <a:rPr/>
              <a:t>integritate</a:t>
            </a:r>
          </a:p>
          <a:p>
            <a:pPr lvl="1"/>
            <a:r>
              <a:rPr/>
              <a:t>autentificare</a:t>
            </a:r>
          </a:p>
          <a:p>
            <a:pPr lvl="0"/>
            <a:r>
              <a:rPr/>
              <a:t>TLS se negociaza inainte de HTTP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Ce schimba HTTPS operational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Inspectia traficului devine imposibila fara MITM</a:t>
            </a:r>
          </a:p>
          <a:p>
            <a:pPr lvl="0"/>
            <a:r>
              <a:rPr/>
              <a:t>Certificatele definesc identitatea serverului</a:t>
            </a:r>
          </a:p>
          <a:p>
            <a:pPr lvl="0"/>
            <a:r>
              <a:rPr/>
              <a:t>Impact pe:</a:t>
            </a:r>
          </a:p>
          <a:p>
            <a:pPr lvl="1"/>
            <a:r>
              <a:rPr/>
              <a:t>proxy-uri</a:t>
            </a:r>
          </a:p>
          <a:p>
            <a:pPr lvl="1"/>
            <a:r>
              <a:rPr/>
              <a:t>caching</a:t>
            </a:r>
          </a:p>
          <a:p>
            <a:pPr lvl="1"/>
            <a:r>
              <a:rPr/>
              <a:t>debugging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REST: stil arhitectural, nu tehnologie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Modeleaza domeniul ca resurse</a:t>
            </a:r>
          </a:p>
          <a:p>
            <a:pPr lvl="0"/>
            <a:r>
              <a:rPr/>
              <a:t>Foloseste semantica HTTP</a:t>
            </a:r>
          </a:p>
          <a:p>
            <a:pPr lvl="0"/>
            <a:r>
              <a:rPr/>
              <a:t>Este stateless</a:t>
            </a:r>
          </a:p>
          <a:p>
            <a:pPr lvl="0"/>
            <a:r>
              <a:rPr/>
              <a:t>Este orientat pe interoperabilitate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Nivelurile REST (Richardson)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Nivel 0: RPC peste HTTP</a:t>
            </a:r>
          </a:p>
          <a:p>
            <a:pPr lvl="0"/>
            <a:r>
              <a:rPr/>
              <a:t>Nivel 1: resurse adresabile</a:t>
            </a:r>
          </a:p>
          <a:p>
            <a:pPr lvl="0"/>
            <a:r>
              <a:rPr/>
              <a:t>Nivel 2: resurse + verbe + status</a:t>
            </a:r>
          </a:p>
          <a:p>
            <a:pPr lvl="0"/>
            <a:r>
              <a:rPr/>
              <a:t>Nivel 3: hypermedia (discoverability)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REST corect vs REST “cosmetic”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Actiuni in URL: semn de RPC</a:t>
            </a:r>
          </a:p>
          <a:p>
            <a:pPr lvl="0"/>
            <a:r>
              <a:rPr/>
              <a:t>POST folosit pentru orice: pierdere semantica</a:t>
            </a:r>
          </a:p>
          <a:p>
            <a:pPr lvl="0"/>
            <a:r>
              <a:rPr/>
              <a:t>Lipsa codurilor corecte: debugging dificil</a:t>
            </a:r>
          </a:p>
          <a:p>
            <a:pPr lvl="0"/>
            <a:r>
              <a:rPr/>
              <a:t>REST bun ajuta caching, proxy-uri, scalare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REST vs SOAP (context)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REST:</a:t>
            </a:r>
          </a:p>
          <a:p>
            <a:pPr lvl="1"/>
            <a:r>
              <a:rPr/>
              <a:t>web-native</a:t>
            </a:r>
          </a:p>
          <a:p>
            <a:pPr lvl="1"/>
            <a:r>
              <a:rPr/>
              <a:t>simplu</a:t>
            </a:r>
          </a:p>
          <a:p>
            <a:pPr lvl="1"/>
            <a:r>
              <a:rPr/>
              <a:t>flexibil</a:t>
            </a:r>
          </a:p>
          <a:p>
            <a:pPr lvl="0"/>
            <a:r>
              <a:rPr/>
              <a:t>SOAP:</a:t>
            </a:r>
          </a:p>
          <a:p>
            <a:pPr lvl="1"/>
            <a:r>
              <a:rPr/>
              <a:t>contract strict</a:t>
            </a:r>
          </a:p>
          <a:p>
            <a:pPr lvl="1"/>
            <a:r>
              <a:rPr/>
              <a:t>XML</a:t>
            </a:r>
          </a:p>
          <a:p>
            <a:pPr lvl="1"/>
            <a:r>
              <a:rPr/>
              <a:t>extensii enterprise (WS-*)</a:t>
            </a:r>
          </a:p>
          <a:p>
            <a:pPr lvl="0"/>
            <a:r>
              <a:rPr/>
              <a:t>Ambele rezolva probleme diferite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Unde intra exemplele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Inspectie trafic HTTP cu curl / browser devtools</a:t>
            </a:r>
          </a:p>
          <a:p>
            <a:pPr lvl="0"/>
            <a:r>
              <a:rPr/>
              <a:t>Demonstratii de:</a:t>
            </a:r>
          </a:p>
          <a:p>
            <a:pPr lvl="1"/>
            <a:r>
              <a:rPr/>
              <a:t>caching</a:t>
            </a:r>
          </a:p>
          <a:p>
            <a:pPr lvl="1"/>
            <a:r>
              <a:rPr/>
              <a:t>CORS</a:t>
            </a:r>
          </a:p>
          <a:p>
            <a:pPr lvl="1"/>
            <a:r>
              <a:rPr/>
              <a:t>Content-Type gresit</a:t>
            </a:r>
          </a:p>
          <a:p>
            <a:pPr lvl="1"/>
            <a:r>
              <a:rPr/>
              <a:t>WebSocket handshake</a:t>
            </a:r>
          </a:p>
          <a:p>
            <a:pPr lvl="0"/>
            <a:r>
              <a:rPr/>
              <a:t>Accent pe “de ce” si “ce se intampla”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Recapitulare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HTTP este un protocol, nu un framework</a:t>
            </a:r>
          </a:p>
          <a:p>
            <a:pPr lvl="0"/>
            <a:r>
              <a:rPr/>
              <a:t>Headerele controleaza comportamentul real</a:t>
            </a:r>
          </a:p>
          <a:p>
            <a:pPr lvl="0"/>
            <a:r>
              <a:rPr/>
              <a:t>REST inseamna folosirea corecta a HTTP</a:t>
            </a:r>
          </a:p>
          <a:p>
            <a:pPr lvl="0"/>
            <a:r>
              <a:rPr/>
              <a:t>WebSocket este extensie protocolara</a:t>
            </a:r>
          </a:p>
          <a:p>
            <a:pPr lvl="0"/>
            <a:r>
              <a:rPr/>
              <a:t>HTTPS schimba fundamental observabilitatea traficului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2026-04-24T06:06:40Z</dcterms:created>
  <dcterms:modified xsi:type="dcterms:W3CDTF">2026-04-24T06:06:40Z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