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8" Type="http://schemas.openxmlformats.org/officeDocument/2006/relationships/viewProps" Target="viewProps.xml" /><Relationship Id="rId3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0" Type="http://schemas.openxmlformats.org/officeDocument/2006/relationships/tableStyles" Target="tableStyles.xml" /><Relationship Id="rId3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Protocoale de rutare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RIP, EIGRP (context), OSPF (si idei link-state)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finalul cursului, studentul poate: - Explica rolul ruterului si ce este “forwarding” vs “routing” - Explica ce contine o tabela de rutare si cum se alege “next hop” - Diferentia rute statice vs dinamice si cand sunt utile - Intelege diferentele distance-vector vs link-state - Explica pe scurt RIP (hop count, timere, probleme tipice) - Explica pe scurt OSPF (LSDB, hello, DR/BDR, SPF/Dijkstra, arii) - Rula exemple: Bellman-Ford, Dijkstra, Mininet cu rutare statica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 rol are un ruter?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Un ruter conecteaza doua sau mai multe retele</a:t>
            </a:r>
          </a:p>
          <a:p>
            <a:pPr lvl="0"/>
            <a:r>
              <a:rPr/>
              <a:t>Primeste pachete si decide pe ce interfata le trimite mai departe</a:t>
            </a:r>
          </a:p>
          <a:p>
            <a:pPr lvl="0"/>
            <a:r>
              <a:rPr/>
              <a:t>Poate face si functii secundare: filtrare, NAT, QoS, tunelare (context)</a:t>
            </a:r>
          </a:p>
        </p:txBody>
      </p:sp>
      <p:pic>
        <p:nvPicPr>
          <p:cNvPr descr="assets/images/fig-router-ro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52900" y="203200"/>
            <a:ext cx="39370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Routing vs forwarding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Forwarding: decizia locala “ies pe interfata X catre next hop Y”</a:t>
            </a:r>
          </a:p>
          <a:p>
            <a:pPr lvl="0"/>
            <a:r>
              <a:rPr/>
              <a:t>Routing: cum invat/mentin informatia care alimenteaza forwarding-ul (rute statice sau protocoale)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Procesul de rutare (concept)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Ruterul mentine o tabela de rutare</a:t>
            </a:r>
          </a:p>
          <a:p>
            <a:pPr lvl="0"/>
            <a:r>
              <a:rPr/>
              <a:t>Pentru fiecare prefix cunoscut: next hop, interfata, metrica, sursa (static/dinamic)</a:t>
            </a:r>
          </a:p>
          <a:p>
            <a:pPr lvl="0"/>
            <a:r>
              <a:rPr/>
              <a:t>Rutele direct conectate apar automat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Tipuri de rute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Statice (manual):</a:t>
            </a:r>
          </a:p>
          <a:p>
            <a:pPr lvl="1"/>
            <a:r>
              <a:rPr/>
              <a:t>control precis</a:t>
            </a:r>
          </a:p>
          <a:p>
            <a:pPr lvl="1"/>
            <a:r>
              <a:rPr/>
              <a:t>simple, bune pentru stub networks</a:t>
            </a:r>
          </a:p>
          <a:p>
            <a:pPr lvl="1"/>
            <a:r>
              <a:rPr/>
              <a:t>nu sunt scalabile</a:t>
            </a:r>
          </a:p>
          <a:p>
            <a:pPr lvl="0"/>
            <a:r>
              <a:rPr/>
              <a:t>Dinamice (prin protocoale):</a:t>
            </a:r>
          </a:p>
          <a:p>
            <a:pPr lvl="1"/>
            <a:r>
              <a:rPr/>
              <a:t>scalabile</a:t>
            </a:r>
          </a:p>
          <a:p>
            <a:pPr lvl="1"/>
            <a:r>
              <a:rPr/>
              <a:t>se adapteaza la defecte (in functie de protocol)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Metrici de rutare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hop count (simplu)</a:t>
            </a:r>
          </a:p>
          <a:p>
            <a:pPr lvl="0"/>
            <a:r>
              <a:rPr/>
              <a:t>latency, bandwidth, reliability, load, cost administrativ (in functie de protocol)</a:t>
            </a:r>
          </a:p>
          <a:p>
            <a:pPr lvl="0"/>
            <a:r>
              <a:rPr/>
              <a:t>pot exista rute multiple cu aceeasi metrica (ECMP)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 se modifica pe traseu (L2 vs L3)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IP sursa/destinatie raman aceleasi</a:t>
            </a:r>
          </a:p>
          <a:p>
            <a:pPr lvl="0"/>
            <a:r>
              <a:rPr/>
              <a:t>MAC sursa/destinatie se schimba la fiecare hop</a:t>
            </a:r>
          </a:p>
          <a:p>
            <a:pPr lvl="0"/>
            <a:r>
              <a:rPr/>
              <a:t>TTL/Hop Limit scade la fiecare hop</a:t>
            </a:r>
          </a:p>
        </p:txBody>
      </p:sp>
      <p:pic>
        <p:nvPicPr>
          <p:cNvPr descr="assets/images/fig-l2-l3-chang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203200"/>
            <a:ext cx="16764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Tabela de rutare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exista si pe host-uri, nu doar pe rutere</a:t>
            </a:r>
          </a:p>
          <a:p>
            <a:pPr lvl="0"/>
            <a:r>
              <a:rPr/>
              <a:t>se tine in RAM</a:t>
            </a:r>
          </a:p>
          <a:p>
            <a:pPr lvl="0"/>
            <a:r>
              <a:rPr/>
              <a:t>contine:</a:t>
            </a:r>
          </a:p>
          <a:p>
            <a:pPr lvl="1"/>
            <a:r>
              <a:rPr/>
              <a:t>direct connected</a:t>
            </a:r>
          </a:p>
          <a:p>
            <a:pPr lvl="1"/>
            <a:r>
              <a:rPr/>
              <a:t>rute statice</a:t>
            </a:r>
          </a:p>
          <a:p>
            <a:pPr lvl="1"/>
            <a:r>
              <a:rPr/>
              <a:t>rute dinamice</a:t>
            </a:r>
          </a:p>
          <a:p>
            <a:pPr lvl="1"/>
            <a:r>
              <a:rPr/>
              <a:t>ruta implicita (default)</a:t>
            </a:r>
          </a:p>
        </p:txBody>
      </p:sp>
      <p:pic>
        <p:nvPicPr>
          <p:cNvPr descr="assets/images/fig-routing-tab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56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Clasificarea retelelor din perspectiva ruterului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conectate (direct connected)</a:t>
            </a:r>
          </a:p>
          <a:p>
            <a:pPr lvl="0"/>
            <a:r>
              <a:rPr/>
              <a:t>cunoscute (statice/dinamice)</a:t>
            </a:r>
          </a:p>
          <a:p>
            <a:pPr lvl="0"/>
            <a:r>
              <a:rPr/>
              <a:t>necunoscute (default sau drop)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Rutare asimetrica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fiecare ruter decide local</a:t>
            </a:r>
          </a:p>
          <a:p>
            <a:pPr lvl="0"/>
            <a:r>
              <a:rPr/>
              <a:t>nu exista garantie ca drumul dus este identic cu drumul intors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IGP vs EGP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IGP: in interiorul unui sistem autonom (RIP, OSPF, EIGRP, IS-IS)</a:t>
            </a:r>
          </a:p>
          <a:p>
            <a:pPr lvl="0"/>
            <a:r>
              <a:rPr/>
              <a:t>EGP: intre sisteme autonome (BGP) (doar mentiune aici)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Distance-vector (idea)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ruterul nu stie topologia completa</a:t>
            </a:r>
          </a:p>
          <a:p>
            <a:pPr lvl="0"/>
            <a:r>
              <a:rPr/>
              <a:t>stie “distanta” catre retele + next hop</a:t>
            </a:r>
          </a:p>
          <a:p>
            <a:pPr lvl="0"/>
            <a:r>
              <a:rPr/>
              <a:t>update-uri periodice (clasic) sau incrementale (depinde de protocol)</a:t>
            </a:r>
          </a:p>
          <a:p>
            <a:pPr lvl="0"/>
            <a:r>
              <a:rPr/>
              <a:t>algoritm asociat: Bellman-Ford (conceptual)</a:t>
            </a:r>
          </a:p>
        </p:txBody>
      </p:sp>
      <p:pic>
        <p:nvPicPr>
          <p:cNvPr descr="assets/images/fig-distance-vect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21200" y="203200"/>
            <a:ext cx="32004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[SCENARIO] c7-assets/scenario-bellman-ford/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RIP (Routing Information Protocol)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metrica: hop count</a:t>
            </a:r>
          </a:p>
          <a:p>
            <a:pPr lvl="0"/>
            <a:r>
              <a:rPr/>
              <a:t>hop count maxim: 15 (16 = infinit)</a:t>
            </a:r>
          </a:p>
          <a:p>
            <a:pPr lvl="0"/>
            <a:r>
              <a:rPr/>
              <a:t>ruleaza peste UDP 520</a:t>
            </a:r>
          </a:p>
          <a:p>
            <a:pPr lvl="0"/>
            <a:r>
              <a:rPr/>
              <a:t>RIPv1: fara masca (fara CIDR/VLSM)</a:t>
            </a:r>
          </a:p>
          <a:p>
            <a:pPr lvl="0"/>
            <a:r>
              <a:rPr/>
              <a:t>RIPv2: include masca, multicast 224.0.0.9, poate avea autentificare</a:t>
            </a:r>
          </a:p>
          <a:p>
            <a:pPr lvl="0"/>
            <a:r>
              <a:rPr/>
              <a:t>RIPng: pentru IPv6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Problema RIP: routing loops si count-to-infinity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in anumite defecte, rutele “cresc” pana la infinit</a:t>
            </a:r>
          </a:p>
          <a:p>
            <a:pPr lvl="0"/>
            <a:r>
              <a:rPr/>
              <a:t>mecanisme clasice:</a:t>
            </a:r>
          </a:p>
          <a:p>
            <a:pPr lvl="1"/>
            <a:r>
              <a:rPr/>
              <a:t>split horizon</a:t>
            </a:r>
          </a:p>
          <a:p>
            <a:pPr lvl="1"/>
            <a:r>
              <a:rPr/>
              <a:t>route poisoning</a:t>
            </a:r>
          </a:p>
          <a:p>
            <a:pPr lvl="1"/>
            <a:r>
              <a:rPr/>
              <a:t>holddown</a:t>
            </a:r>
          </a:p>
          <a:p>
            <a:pPr lvl="1"/>
            <a:r>
              <a:rPr/>
              <a:t>timeout/flush</a:t>
            </a:r>
          </a:p>
        </p:txBody>
      </p:sp>
      <p:pic>
        <p:nvPicPr>
          <p:cNvPr descr="assets/images/fig-rip-loo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42900"/>
            <a:ext cx="5105400" cy="411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Mecanisme de evitare a buclelor de rutare (1/4) — Split horizon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 ruter nu retrimite informatia despre o ruta inapoi pe interfata de pe care a invatat-o.</a:t>
            </a:r>
          </a:p>
          <a:p>
            <a:pPr lvl="0"/>
            <a:r>
              <a:rPr/>
              <a:t>Exemplu: daca R1 a invatat ca reteaua X e accesibila prin R2, nu ii va anunta lui R2 ca “si eu stiu de X” — R2 deja stie.</a:t>
            </a:r>
          </a:p>
          <a:p>
            <a:pPr lvl="0"/>
            <a:r>
              <a:rPr/>
              <a:t>Previne bucle simple intre doi vecini.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Mecanisme de evitare a buclelor de rutare (2/4) — Route poisoning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Varianta mai agresiva a split horizon: in loc sa nu trimita ruta, ruterul o trimite cu metrica infinita (hop count = 16 in RIP).</a:t>
            </a:r>
          </a:p>
          <a:p>
            <a:pPr lvl="0"/>
            <a:r>
              <a:rPr/>
              <a:t>Semnalizeaza explicit ca ruta este down, accelerand convergenta.</a:t>
            </a:r>
          </a:p>
          <a:p>
            <a:pPr lvl="0"/>
            <a:r>
              <a:rPr/>
              <a:t>Poison reverse = split horizon cu anunt explicit de invaliditate.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Mecanisme de evitare a buclelor de rutare (3/4) — Holddown timer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Dupa ce o ruta devine invalida, ruterul intra in “holddown”: ignora orice update care anunta aceeasi ruta cu o metrica mai mare sau egala, pentru o perioada de timp (ex. 180s in RIP).</a:t>
            </a:r>
          </a:p>
          <a:p>
            <a:pPr lvl="0"/>
            <a:r>
              <a:rPr/>
              <a:t>Scopul: sa nu accepte informatii vechi sau eronate care circula inca in retea.</a:t>
            </a:r>
          </a:p>
          <a:p>
            <a:pPr lvl="0"/>
            <a:r>
              <a:rPr/>
              <a:t>Dezavantaj: incetineste convergenta in cazuri legitime de schimbare.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Mecanisme de evitare a buclelor de rutare (4/4) — Timeout si flush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Timeout: daca o ruta nu este confirmata prin update-uri periodice intr-un interval (ex. 180s), este marcata ca invalida (metrica = 16).</a:t>
            </a:r>
          </a:p>
          <a:p>
            <a:pPr lvl="0"/>
            <a:r>
              <a:rPr/>
              <a:t>Flush: dupa inca un interval (ex. 240s total), ruta este stearsa complet din tabela.</a:t>
            </a:r>
          </a:p>
          <a:p>
            <a:pPr lvl="0"/>
            <a:r>
              <a:rPr/>
              <a:t>Asigura ca informatia veche nu persista la infinit.</a:t>
            </a:r>
          </a:p>
        </p:txBody>
      </p:sp>
      <p:pic>
        <p:nvPicPr>
          <p:cNvPr descr="assets/images/fig-rip-loo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42900"/>
            <a:ext cx="5105400" cy="411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Timere RIP (concept)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update timer (30s): cat de des trimite ruterul update-uri periodice</a:t>
            </a:r>
          </a:p>
          <a:p>
            <a:pPr lvl="0"/>
            <a:r>
              <a:rPr/>
              <a:t>invalid timer (180s): dupa cat timp fara update o ruta devine invalida</a:t>
            </a:r>
          </a:p>
          <a:p>
            <a:pPr lvl="0"/>
            <a:r>
              <a:rPr/>
              <a:t>holddown timer (180s): cat timp este ignorata o ruta invalida pentru re-invatare</a:t>
            </a:r>
          </a:p>
          <a:p>
            <a:pPr lvl="0"/>
            <a:r>
              <a:rPr/>
              <a:t>flush timer (240s): dupa cat timp este stearsa complet din tabela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IGRP si EIGRP (context Cisco)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IGRP (Interior Gateway Routing Protocol)</a:t>
            </a:r>
            <a:r>
              <a:rPr/>
              <a:t> - Protocol Cisco proprietar, aparut ca alternativa la RIP - Metrica compusa: bandwidth, delay, reliability, load (nu doar hop count) - Hop count maxim: 255 (mult mai mare decat RIP) - Inca distance-vector, cu aceleasi probleme de convergenta - Considerat desuet; inlocuit complet de EIGRP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EIGRP (Enhanced Interior Gateway Routing Protocol)</a:t>
            </a:r>
            <a:r>
              <a:rPr/>
              <a:t> - Tot Cisco proprietar (partial deschis din 2013, RFC 7868) - Hibrid: combina avantaje distance-vector si link-state - Nu mentine o LSDB completa ca OSPF - Dar converge mult mai rapid decat RIP/IGRP clasic - Algoritm: DUAL (Diffusing Update Algorithm) - Fiecare ruter mentine un “feasible successor” — un next hop de backup pre-calculat - La caderea unei rute, comuta instant pe feasible successor fara re-calcul - Metrica: bandwidth + delay (implicit); poate include reliability si load - Trimite update-uri doar la schimbari (nu periodic), reducand traficul - Suporta VLSM si CIDR; versiuni pentru IPv4 si IPv6 - In practica: folosit in retele Cisco medii/mari unde OSPF e considerat prea complex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Link-state (idea)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fiecare ruter construieste o baza de date cu topologia (LSDB)</a:t>
            </a:r>
          </a:p>
          <a:p>
            <a:pPr lvl="0"/>
            <a:r>
              <a:rPr/>
              <a:t>calculeaza local rutele optime (SPF)</a:t>
            </a:r>
          </a:p>
          <a:p>
            <a:pPr lvl="0"/>
            <a:r>
              <a:rPr/>
              <a:t>algoritm asociat: Dijkstra (conceptual)</a:t>
            </a:r>
          </a:p>
        </p:txBody>
      </p:sp>
      <p:pic>
        <p:nvPicPr>
          <p:cNvPr descr="assets/images/fig-link-st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429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[SCENARIO] c7-assets/scenario-dijkstra/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OSPF (Open Shortest Path First)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link-state IGP</a:t>
            </a:r>
          </a:p>
          <a:p>
            <a:pPr lvl="0"/>
            <a:r>
              <a:rPr/>
              <a:t>foloseste mesaje de tip hello si LSAs (concept)</a:t>
            </a:r>
          </a:p>
          <a:p>
            <a:pPr lvl="0"/>
            <a:r>
              <a:rPr/>
              <a:t>foloseste multicast (in functie de tipul de retea)</a:t>
            </a:r>
          </a:p>
          <a:p>
            <a:pPr lvl="0"/>
            <a:r>
              <a:rPr/>
              <a:t>imparte reteaua in arii; exista backbone (Area 0)</a:t>
            </a:r>
          </a:p>
        </p:txBody>
      </p:sp>
      <p:pic>
        <p:nvPicPr>
          <p:cNvPr descr="assets/images/fig-ospf-area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72100" y="203200"/>
            <a:ext cx="14986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OSPF: functionare (pe scurt)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hello: descoperire vecini si mentinere adjacency</a:t>
            </a:r>
          </a:p>
          <a:p>
            <a:pPr lvl="0"/>
            <a:r>
              <a:rPr/>
              <a:t>sincronizare LSDB intre vecini</a:t>
            </a:r>
          </a:p>
          <a:p>
            <a:pPr lvl="0"/>
            <a:r>
              <a:rPr/>
              <a:t>alegere DR/BDR pe segmente multi-access</a:t>
            </a:r>
          </a:p>
          <a:p>
            <a:pPr lvl="0"/>
            <a:r>
              <a:rPr/>
              <a:t>calcul rute: SPF (Dijkstra) pe baza LSDB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 intra Mininet in curs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folosim o topologie simpla cu 3 rutere</a:t>
            </a:r>
          </a:p>
          <a:p>
            <a:pPr lvl="0"/>
            <a:r>
              <a:rPr/>
              <a:t>punem adrese si rute statice</a:t>
            </a:r>
          </a:p>
          <a:p>
            <a:pPr lvl="0"/>
            <a:r>
              <a:rPr/>
              <a:t>inspectam tabelele de rutare si verificam conectivitatea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[SCENARIO] c7-assets/scenario-mininet-routing/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Sisteme autonome (AS)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 sistem autonom (AS) este un grup de retele IP aflate sub un singur control administrativ (ISP, companie, universitate)</a:t>
            </a:r>
          </a:p>
          <a:p>
            <a:pPr lvl="0"/>
            <a:r>
              <a:rPr/>
              <a:t>Fiecare AS primeste un numar unic: ASN (Autonomous System Number), alocat de IANA/RIR</a:t>
            </a:r>
          </a:p>
          <a:p>
            <a:pPr lvl="0"/>
            <a:r>
              <a:rPr/>
              <a:t>Exemple: AS15169 = Google, AS5430 = RCS&amp;RDS</a:t>
            </a:r>
          </a:p>
          <a:p>
            <a:pPr lvl="0"/>
            <a:r>
              <a:rPr/>
              <a:t>Rutarea </a:t>
            </a:r>
            <a:r>
              <a:rPr i="1"/>
              <a:t>in interiorul</a:t>
            </a:r>
            <a:r>
              <a:rPr/>
              <a:t> unui AS foloseste IGP (RIP, OSPF, EIGRP)</a:t>
            </a:r>
          </a:p>
          <a:p>
            <a:pPr lvl="0"/>
            <a:r>
              <a:rPr/>
              <a:t>Rutarea </a:t>
            </a:r>
            <a:r>
              <a:rPr i="1"/>
              <a:t>intre</a:t>
            </a:r>
            <a:r>
              <a:rPr/>
              <a:t> AS-uri foloseste EGP — in practica, exclusiv BGP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BGP (Border Gateway Protocol)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Singurul protocol EGP folosit pe Internet astazi (BGP-4, RFC 4271)</a:t>
            </a:r>
          </a:p>
          <a:p>
            <a:pPr lvl="0"/>
            <a:r>
              <a:rPr/>
              <a:t>Ruleaza peste TCP port 179 — conexiune stabila intre perechi (peers)</a:t>
            </a:r>
          </a:p>
          <a:p>
            <a:pPr lvl="0"/>
            <a:r>
              <a:rPr/>
              <a:t>Nu calculeaza “cel mai scurt drum” — alege drumul pe baza de politici</a:t>
            </a:r>
          </a:p>
          <a:p>
            <a:pPr lvl="0"/>
            <a:r>
              <a:rPr/>
              <a:t>Metrica principala: AS-PATH (lista de AS-uri traversate)</a:t>
            </a:r>
          </a:p>
          <a:p>
            <a:pPr lvl="0"/>
            <a:r>
              <a:rPr/>
              <a:t>Spre deosebire de OSPF/RIP, BGP este un protocol de tip path-vector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BGP: tipuri de sesiuni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eBGP (external BGP)</a:t>
            </a:r>
            <a:r>
              <a:rPr/>
              <a:t>: intre rutere din AS-uri diferite — de obicei vecini directi</a:t>
            </a:r>
          </a:p>
          <a:p>
            <a:pPr lvl="0"/>
            <a:r>
              <a:rPr b="1"/>
              <a:t>iBGP (internal BGP)</a:t>
            </a:r>
            <a:r>
              <a:rPr/>
              <a:t>: intre rutere din acelasi AS — distribuie rutele invatate din exterior</a:t>
            </a:r>
          </a:p>
          <a:p>
            <a:pPr lvl="0"/>
            <a:r>
              <a:rPr/>
              <a:t>Diferenta importanta: rutele iBGP nu sunt redistribuite mai departe automat (no split horizon implicita =&gt; necesita full mesh sau route reflectors)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BGP: atribute si selectia rutei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BGP alege ruta optima pe baza unui sir de atribute, in ordine de prioritate: - </a:t>
            </a:r>
            <a:r>
              <a:rPr b="1"/>
              <a:t>Weight</a:t>
            </a:r>
            <a:r>
              <a:rPr/>
              <a:t> (Cisco local, nu se propaga) - </a:t>
            </a:r>
            <a:r>
              <a:rPr b="1"/>
              <a:t>Local preference</a:t>
            </a:r>
            <a:r>
              <a:rPr/>
              <a:t> (preferinta in interiorul AS-ului) - </a:t>
            </a:r>
            <a:r>
              <a:rPr b="1"/>
              <a:t>AS-PATH length</a:t>
            </a:r>
            <a:r>
              <a:rPr/>
              <a:t> (mai putine AS-uri traversate = mai bun) - </a:t>
            </a:r>
            <a:r>
              <a:rPr b="1"/>
              <a:t>Origin</a:t>
            </a:r>
            <a:r>
              <a:rPr/>
              <a:t> (IGP &gt; EGP &gt; incomplete) - </a:t>
            </a:r>
            <a:r>
              <a:rPr b="1"/>
              <a:t>MED</a:t>
            </a:r>
            <a:r>
              <a:rPr/>
              <a:t> (Multi-Exit Discriminator — indicatie pentru AS-ul vecin) - </a:t>
            </a:r>
            <a:r>
              <a:rPr b="1"/>
              <a:t>eBGP &gt; iBGP</a:t>
            </a:r>
            <a:r>
              <a:rPr/>
              <a:t> - </a:t>
            </a:r>
            <a:r>
              <a:rPr b="1"/>
              <a:t>IGP metric</a:t>
            </a:r>
            <a:r>
              <a:rPr/>
              <a:t> catre next-hop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BGP: de ce politici, nu metrici?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Pe Internet, decizia de rutare nu este doar tehnica — este si comerciala</a:t>
            </a:r>
          </a:p>
          <a:p>
            <a:pPr lvl="0"/>
            <a:r>
              <a:rPr/>
              <a:t>Un ISP poate prefera o ruta mai lunga daca trece printr-un partener platit</a:t>
            </a:r>
          </a:p>
          <a:p>
            <a:pPr lvl="0"/>
            <a:r>
              <a:rPr/>
              <a:t>Poate evita o ruta care trece printr-un concurent</a:t>
            </a:r>
          </a:p>
          <a:p>
            <a:pPr lvl="0"/>
            <a:r>
              <a:rPr/>
              <a:t>Politicile se implementeaza cu route-maps si prefix-lists pe sesiunile BGP</a:t>
            </a:r>
          </a:p>
          <a:p>
            <a:pPr lvl="0"/>
            <a:r>
              <a:rPr/>
              <a:t>Acesta este motivul pentru care BGP este separat de IGP-uri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Recapitulare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rutele statice sunt bune pentru stub si topologii simple</a:t>
            </a:r>
          </a:p>
          <a:p>
            <a:pPr lvl="0"/>
            <a:r>
              <a:rPr/>
              <a:t>RIP: simplu, hop count, limitari si probleme de convergenta</a:t>
            </a:r>
          </a:p>
          <a:p>
            <a:pPr lvl="0"/>
            <a:r>
              <a:rPr/>
              <a:t>OSPF: link-state, scalabil, SPF, arii</a:t>
            </a:r>
          </a:p>
          <a:p>
            <a:pPr lvl="0"/>
            <a:r>
              <a:rPr/>
              <a:t>BGP: alt context (inter-AS)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2026-04-03T05:13:45Z</dcterms:created>
  <dcterms:modified xsi:type="dcterms:W3CDTF">2026-04-03T05:13:45Z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